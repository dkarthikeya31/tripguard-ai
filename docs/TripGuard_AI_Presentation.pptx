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636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🧳✈️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TripGuard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Travel-Disruption Concierge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B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CodeStreet Hackathon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[Your Team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✈️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flight gets cancelled or a connection is missed.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4231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member finds out from an app or announcement — not proactively.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☎️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 support, wait on hold, and manually search for alternatives.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4348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are lost, and trust in the card is already damaged.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travel apps only display disruption information. None of them act on 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TripGuard AI is an autonomous agent that watches a card member's itinerary and acts the moment something goes wrong.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148840" cy="3108960"/>
          </a:xfrm>
          <a:prstGeom prst="roundRect">
            <a:avLst>
              <a:gd name="adj" fmla="val 510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303020" y="2697480"/>
            <a:ext cx="640080" cy="640080"/>
          </a:xfrm>
          <a:prstGeom prst="ellipse">
            <a:avLst/>
          </a:prstGeom>
          <a:solidFill>
            <a:srgbClr val="E8B14B"/>
          </a:solidFill>
          <a:ln/>
        </p:spPr>
      </p:sp>
      <p:sp>
        <p:nvSpPr>
          <p:cNvPr id="6" name="Text 4"/>
          <p:cNvSpPr/>
          <p:nvPr/>
        </p:nvSpPr>
        <p:spPr>
          <a:xfrm>
            <a:off x="13030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disruption the moment it's reported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377440"/>
            <a:ext cx="2148840" cy="3108960"/>
          </a:xfrm>
          <a:prstGeom prst="roundRect">
            <a:avLst>
              <a:gd name="adj" fmla="val 5106"/>
            </a:avLst>
          </a:prstGeom>
          <a:solidFill>
            <a:srgbClr val="2C3A80"/>
          </a:solidFill>
          <a:ln/>
        </p:spPr>
      </p:sp>
      <p:sp>
        <p:nvSpPr>
          <p:cNvPr id="10" name="Shape 8"/>
          <p:cNvSpPr/>
          <p:nvPr/>
        </p:nvSpPr>
        <p:spPr>
          <a:xfrm>
            <a:off x="3589020" y="2697480"/>
            <a:ext cx="640080" cy="640080"/>
          </a:xfrm>
          <a:prstGeom prst="ellipse">
            <a:avLst/>
          </a:prstGeom>
          <a:solidFill>
            <a:srgbClr val="E8B14B"/>
          </a:solidFill>
          <a:ln/>
        </p:spPr>
      </p:sp>
      <p:sp>
        <p:nvSpPr>
          <p:cNvPr id="11" name="Text 9"/>
          <p:cNvSpPr/>
          <p:nvPr/>
        </p:nvSpPr>
        <p:spPr>
          <a:xfrm>
            <a:off x="35890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71800" y="3520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17520" y="40233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resolution using fare rules, loyalty tier &amp; policy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2377440"/>
            <a:ext cx="2148840" cy="3108960"/>
          </a:xfrm>
          <a:prstGeom prst="roundRect">
            <a:avLst>
              <a:gd name="adj" fmla="val 5106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5875020" y="2697480"/>
            <a:ext cx="640080" cy="640080"/>
          </a:xfrm>
          <a:prstGeom prst="ellipse">
            <a:avLst/>
          </a:prstGeom>
          <a:solidFill>
            <a:srgbClr val="E8B14B"/>
          </a:solidFill>
          <a:ln/>
        </p:spPr>
      </p:sp>
      <p:sp>
        <p:nvSpPr>
          <p:cNvPr id="16" name="Text 14"/>
          <p:cNvSpPr/>
          <p:nvPr/>
        </p:nvSpPr>
        <p:spPr>
          <a:xfrm>
            <a:off x="58750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57800" y="3520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40233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rebooks flight, adjusts hotel, confirms the plan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06640" y="2377440"/>
            <a:ext cx="2148840" cy="3108960"/>
          </a:xfrm>
          <a:prstGeom prst="roundRect">
            <a:avLst>
              <a:gd name="adj" fmla="val 5106"/>
            </a:avLst>
          </a:prstGeom>
          <a:solidFill>
            <a:srgbClr val="2C3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61020" y="2697480"/>
            <a:ext cx="640080" cy="640080"/>
          </a:xfrm>
          <a:prstGeom prst="ellipse">
            <a:avLst/>
          </a:prstGeom>
          <a:solidFill>
            <a:srgbClr val="E8B14B"/>
          </a:solidFill>
          <a:ln/>
        </p:spPr>
      </p:sp>
      <p:sp>
        <p:nvSpPr>
          <p:cNvPr id="21" name="Text 19"/>
          <p:cNvSpPr/>
          <p:nvPr/>
        </p:nvSpPr>
        <p:spPr>
          <a:xfrm>
            <a:off x="81610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3800" y="3520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89520" y="40233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 in plain language, with reasoning shown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92640" y="2377440"/>
            <a:ext cx="2148840" cy="3108960"/>
          </a:xfrm>
          <a:prstGeom prst="roundRect">
            <a:avLst>
              <a:gd name="adj" fmla="val 5106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47020" y="2697480"/>
            <a:ext cx="640080" cy="640080"/>
          </a:xfrm>
          <a:prstGeom prst="ellipse">
            <a:avLst/>
          </a:prstGeom>
          <a:solidFill>
            <a:srgbClr val="E8B14B"/>
          </a:solidFill>
          <a:ln/>
        </p:spPr>
      </p:sp>
      <p:sp>
        <p:nvSpPr>
          <p:cNvPr id="26" name="Text 24"/>
          <p:cNvSpPr/>
          <p:nvPr/>
        </p:nvSpPr>
        <p:spPr>
          <a:xfrm>
            <a:off x="104470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29800" y="3520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75520" y="40233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human only when outside policy limits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searching. No hold music. No confusion.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Login to Execution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920240" y="146304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03120" y="14630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Sync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66160" y="146304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49040" y="14630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12080" y="146304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4960" y="14630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E8B14B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0" y="146304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0" y="14630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03920" y="146304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0" y="14630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149840" y="146304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332720" y="14630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0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Member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outside policy limits → escalates to a human agent with full context (no cold handoffs)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11247120" cy="3108960"/>
        </p:xfrm>
        <a:graphic>
          <a:graphicData uri="http://schemas.openxmlformats.org/drawingml/2006/table">
            <a:tbl>
              <a:tblPr/>
              <a:tblGrid>
                <a:gridCol w="2194560"/>
                <a:gridCol w="5029200"/>
                <a:gridCol w="402336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Amex credentials, no new account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added friction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Sync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 pulled automatically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manual itinerary entry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Weighs fare class, loyalty tier, policy, urgency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the right fix, not a random 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Auto-Execute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Rebooks flight + hotel automatically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 in minutes, not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update with reasoning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trust in every 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73736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Status Feed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(Amadeus / Sabre)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194560" y="1737360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14B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59152" y="173736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04872" y="17373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Detector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50792" y="1737360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14B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15384" y="173736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261104" y="17373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(Agentic AI Layer)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07024" y="1737360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14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71616" y="173736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17336" y="17373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(Rebooking)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63256" y="1737360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14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27848" y="173736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973568" y="17373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Engine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19488" y="1737360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14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84080" y="173736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17373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Layer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320040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3A4A9E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32004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policy → Human Agent Escalation (full context handoff)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14B"/>
                </a:solidFill>
              </a:rPr>
              <a:t>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Status Feed — pulls live disruption events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— the agentic AI core, picks best fix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 — executes rebooking automatically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Layer — shows reasoning behind every decision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1488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FastAPI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AutoGen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98280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5440" y="21488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Amadeus for Developers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2918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policy engine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32918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38862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Redis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2918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8862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/ Firebase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98280" y="32918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8862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(Lambda, S3)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for American Express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828800"/>
            <a:ext cx="2148840" cy="29260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303020" y="2103120"/>
            <a:ext cx="548640" cy="548640"/>
          </a:xfrm>
          <a:prstGeom prst="ellipse">
            <a:avLst/>
          </a:prstGeom>
          <a:solidFill>
            <a:srgbClr val="E8B14B"/>
          </a:solidFill>
          <a:ln/>
        </p:spPr>
      </p:sp>
      <p:sp>
        <p:nvSpPr>
          <p:cNvPr id="5" name="Text 3"/>
          <p:cNvSpPr/>
          <p:nvPr/>
        </p:nvSpPr>
        <p:spPr>
          <a:xfrm>
            <a:off x="13030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Support Load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disruption calls, freeing agents for complex cases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828800"/>
            <a:ext cx="2148840" cy="29260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589020" y="2103120"/>
            <a:ext cx="548640" cy="548640"/>
          </a:xfrm>
          <a:prstGeom prst="ellipse">
            <a:avLst/>
          </a:prstGeom>
          <a:solidFill>
            <a:srgbClr val="E8B14B"/>
          </a:solidFill>
          <a:ln/>
        </p:spPr>
      </p:sp>
      <p:sp>
        <p:nvSpPr>
          <p:cNvPr id="10" name="Text 8"/>
          <p:cNvSpPr/>
          <p:nvPr/>
        </p:nvSpPr>
        <p:spPr>
          <a:xfrm>
            <a:off x="35890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0" y="28346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Retention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3383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value of premium travel benefits &amp; annual fees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4920" y="1828800"/>
            <a:ext cx="2148840" cy="29260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875020" y="2103120"/>
            <a:ext cx="548640" cy="548640"/>
          </a:xfrm>
          <a:prstGeom prst="ellipse">
            <a:avLst/>
          </a:prstGeom>
          <a:solidFill>
            <a:srgbClr val="E8B14B"/>
          </a:solidFill>
          <a:ln/>
        </p:spPr>
      </p:sp>
      <p:sp>
        <p:nvSpPr>
          <p:cNvPr id="15" name="Text 13"/>
          <p:cNvSpPr/>
          <p:nvPr/>
        </p:nvSpPr>
        <p:spPr>
          <a:xfrm>
            <a:off x="58750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Differentiation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7800" y="3383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competitors offering only static travel insurance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1828800"/>
            <a:ext cx="2148840" cy="29260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61020" y="2103120"/>
            <a:ext cx="548640" cy="548640"/>
          </a:xfrm>
          <a:prstGeom prst="ellipse">
            <a:avLst/>
          </a:prstGeom>
          <a:solidFill>
            <a:srgbClr val="E8B14B"/>
          </a:solidFill>
          <a:ln/>
        </p:spPr>
      </p:sp>
      <p:sp>
        <p:nvSpPr>
          <p:cNvPr id="20" name="Text 18"/>
          <p:cNvSpPr/>
          <p:nvPr/>
        </p:nvSpPr>
        <p:spPr>
          <a:xfrm>
            <a:off x="81610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8080" y="28346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NPS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43800" y="3383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Flawless resolution in high-stress moments builds loyalty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46920" y="1828800"/>
            <a:ext cx="2148840" cy="29260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47020" y="2103120"/>
            <a:ext cx="548640" cy="548640"/>
          </a:xfrm>
          <a:prstGeom prst="ellipse">
            <a:avLst/>
          </a:prstGeom>
          <a:solidFill>
            <a:srgbClr val="E8B14B"/>
          </a:solidFill>
          <a:ln/>
        </p:spPr>
      </p:sp>
      <p:sp>
        <p:nvSpPr>
          <p:cNvPr id="25" name="Text 23"/>
          <p:cNvSpPr/>
          <p:nvPr/>
        </p:nvSpPr>
        <p:spPr>
          <a:xfrm>
            <a:off x="104470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84080" y="28346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29800" y="3383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Cloud-native, API-first design scales to millions of cardholders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&amp; Trust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autonomous decision comes with a plain-language explanation: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original flight was cancelled. We rebooked you on the next available flight in your fare class, arriving only 40 minutes later than planned, and extended your hotel check-in by 2 hours at no extra cost — all within your card's travel protection policy."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every action taken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above policy limits always goes to a human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overrides real judgment on high-stakes calls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 (Round 2)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live flight disruption event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rebooking flow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 with reasoning shown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demo for edge cases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Scale Path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1488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live airline/hotel partner APIs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rental cars, event tickets &amp; more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from member travel history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B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TripGuard 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" y="274320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743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1] — [Role]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4840" y="274320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2743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2] — [Role]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01000" y="274320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2743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3] — [Role]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github.com/DKarthikeya31/TripGuard-AI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53035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travel disruptions into moments of trust.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2026-07-18T17:22:53Z</dcterms:created>
  <dcterms:modified xsi:type="dcterms:W3CDTF">2026-07-18T17:22:53Z</dcterms:modified>
</cp:coreProperties>
</file>